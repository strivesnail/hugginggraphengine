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3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DD8A-FEAF-AC64-62A4-4B6382E3F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0C449-4CE1-A505-12E5-18FA5ED92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0CB69-A21D-A56F-9CA1-37C326862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F9A0D-8AEF-832B-2206-E76352BF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50A3D-5B07-31A6-FCBC-1E54DA98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2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B24C4-F93E-7E9E-3CEC-DC213DBD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2D395-76CE-9FBC-BEFA-72DFFCCEA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8069B-35A3-F459-95C1-C022EF83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8F405-046B-9B43-7427-EDC92C04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0C637-6204-36BD-B4CB-7C8D4406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34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97DB-DB20-0024-A0FA-9E53D439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D9101-EABC-7409-9F30-316DE6A74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7415B-2D8D-4478-702F-30508775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51C91-BF79-1E4D-2D53-82AB4FC0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3EF99-73D6-6C11-A9E7-C21C6A90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0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926C-6FF2-F9A5-A025-2BEE8E9B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B76A5-E30A-B045-8657-0BAFCFD43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28200-6412-C06C-C5EE-9C8582304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85E5E-149C-1F48-1FBC-0B8BD447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0884B-1A8C-31A6-68A7-F74C09F9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9DA5C-BD92-BBB8-42DC-40D38C3E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8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956C-1AF6-DA62-1264-DC28298A9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178D9-58F6-D57E-FD6C-96A9BBA56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79A78-5A61-DDEE-E5D4-E1C96F0D4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2CEA1-8E9B-5A9E-78F8-69E7E67F2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82B9A-B7A5-8CD7-BC5D-8C291F934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BFDCA-C727-F617-251B-930C7574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6C258-3AB5-2BFA-7371-5A8E896E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96846-DA34-8A81-2FF4-2B80C57A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56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DCA4-3EA8-B15C-E157-75257E9FA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57D70-C066-C323-1EBC-4284DCE4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4C162-2A96-346D-ADAC-FD6EBD424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A3C90-3723-719C-868B-5BB9819D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6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44662-14FE-C7D5-866A-C3B440AD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047F2-5641-F9BD-BEBF-D938AA9E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CE5AE-CB60-45E8-BCAE-F250EFBE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35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185C-65C7-80D4-CBD8-C55E7802E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89F29-06F5-DA56-C597-F39C43289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984E4-2DC9-CBD8-8BA7-56A903BC9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A2A17-7192-3818-BF49-F187DA0A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727F9-DA32-7DD2-8FC9-DCFDB38D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EA3F3-4B12-3383-02D0-6C5EB1C5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B8B9-F8E7-677E-C018-8B867CE0A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FDAA0-0E47-DF90-810B-3CC621852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317F0-1BB6-17B0-6DD3-A88BD8422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42DFB-AA7A-DD16-95B6-153A3D75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9F684-A38B-76DE-278E-5391D0BB9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C5342-B1D5-7DAA-9487-3DBE4611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59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4AEEC-53FB-AAF5-B680-BBCD1576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FDA4A-3A96-6B2E-0AE1-DBD28A4AD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96B45-B6DE-FEE8-BB44-39626B4F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C0710-889D-F733-1D1B-F48E5DFC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F2954-57BD-D1DF-2C0B-88F20D7F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4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0FE21-D1E6-430B-C9F2-72C4B5DC0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9BD46-C0DC-4158-D78A-B0F58136A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47272-807E-A70D-F7B9-04F653F3B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F6E34-A851-D485-159F-C6259009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61CE8-D42E-87F8-FF26-4DD4914F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6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7A844D-BD05-27E0-2342-2C8C5EA4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837BF-D337-55FF-EC6B-DF57E7E9B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F9C18-97A7-7080-9503-1B53B60E1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ED0E02-A092-4633-B54B-C7370393309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BD26E-E670-F1C7-711B-BF9678A6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3F4F7-3382-007B-87C8-93CD5D262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53F4F-5FF2-4B3C-BD88-D9AA5B924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3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7C28-A88D-09F2-E363-2589A9D9F9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E5D66-24FB-5C59-8B98-AC7173135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9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 ZHOU</dc:creator>
  <cp:lastModifiedBy>JIAN ZHOU</cp:lastModifiedBy>
  <cp:revision>1</cp:revision>
  <dcterms:created xsi:type="dcterms:W3CDTF">2026-02-13T03:13:41Z</dcterms:created>
  <dcterms:modified xsi:type="dcterms:W3CDTF">2026-02-13T03:14:19Z</dcterms:modified>
</cp:coreProperties>
</file>